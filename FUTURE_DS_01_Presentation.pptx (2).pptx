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F69D9-28C6-4707-98CE-FA80A381BF30}" v="333" dt="2026-05-13T10:04:25.673"/>
    <p1510:client id="{6A88E760-493E-4FA2-9506-0E133280E481}" v="30" dt="2026-05-14T08:25:20.615"/>
    <p1510:client id="{7F2D7931-6A31-086C-87E0-1375510440CB}" v="2" dt="2026-05-13T10:05:51.362"/>
    <p1510:client id="{9953E30B-F43E-4CD7-8848-60459DD5720D}" v="172" dt="2026-05-14T09:17:42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hthri reddy" userId="4ce869a6a8763cfa" providerId="Windows Live" clId="Web-{7F2D7931-6A31-086C-87E0-1375510440CB}"/>
    <pc:docChg chg="modSld">
      <pc:chgData name="dahthri reddy" userId="4ce869a6a8763cfa" providerId="Windows Live" clId="Web-{7F2D7931-6A31-086C-87E0-1375510440CB}" dt="2026-05-13T10:05:51.362" v="1" actId="20577"/>
      <pc:docMkLst>
        <pc:docMk/>
      </pc:docMkLst>
      <pc:sldChg chg="modSp">
        <pc:chgData name="dahthri reddy" userId="4ce869a6a8763cfa" providerId="Windows Live" clId="Web-{7F2D7931-6A31-086C-87E0-1375510440CB}" dt="2026-05-13T10:05:51.362" v="1" actId="20577"/>
        <pc:sldMkLst>
          <pc:docMk/>
          <pc:sldMk cId="582120411" sldId="257"/>
        </pc:sldMkLst>
        <pc:spChg chg="mod">
          <ac:chgData name="dahthri reddy" userId="4ce869a6a8763cfa" providerId="Windows Live" clId="Web-{7F2D7931-6A31-086C-87E0-1375510440CB}" dt="2026-05-13T10:05:51.362" v="1" actId="20577"/>
          <ac:spMkLst>
            <pc:docMk/>
            <pc:sldMk cId="582120411" sldId="257"/>
            <ac:spMk id="3" creationId="{78F776CC-17CB-BCC6-06B1-F558F1B5CBCF}"/>
          </ac:spMkLst>
        </pc:spChg>
      </pc:sldChg>
    </pc:docChg>
  </pc:docChgLst>
  <pc:docChgLst>
    <pc:chgData name="dahthri reddy" userId="4ce869a6a8763cfa" providerId="Windows Live" clId="Web-{4D5F69D9-28C6-4707-98CE-FA80A381BF30}"/>
    <pc:docChg chg="addSld modSld">
      <pc:chgData name="dahthri reddy" userId="4ce869a6a8763cfa" providerId="Windows Live" clId="Web-{4D5F69D9-28C6-4707-98CE-FA80A381BF30}" dt="2026-05-13T10:04:25.673" v="345" actId="20577"/>
      <pc:docMkLst>
        <pc:docMk/>
      </pc:docMkLst>
      <pc:sldChg chg="modSp">
        <pc:chgData name="dahthri reddy" userId="4ce869a6a8763cfa" providerId="Windows Live" clId="Web-{4D5F69D9-28C6-4707-98CE-FA80A381BF30}" dt="2026-05-13T09:40:10.630" v="118" actId="20577"/>
        <pc:sldMkLst>
          <pc:docMk/>
          <pc:sldMk cId="109857222" sldId="256"/>
        </pc:sldMkLst>
        <pc:spChg chg="mod">
          <ac:chgData name="dahthri reddy" userId="4ce869a6a8763cfa" providerId="Windows Live" clId="Web-{4D5F69D9-28C6-4707-98CE-FA80A381BF30}" dt="2026-05-13T09:39:34.643" v="1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ahthri reddy" userId="4ce869a6a8763cfa" providerId="Windows Live" clId="Web-{4D5F69D9-28C6-4707-98CE-FA80A381BF30}" dt="2026-05-13T09:40:10.630" v="118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dahthri reddy" userId="4ce869a6a8763cfa" providerId="Windows Live" clId="Web-{4D5F69D9-28C6-4707-98CE-FA80A381BF30}" dt="2026-05-13T09:42:51.391" v="136" actId="20577"/>
        <pc:sldMkLst>
          <pc:docMk/>
          <pc:sldMk cId="582120411" sldId="257"/>
        </pc:sldMkLst>
        <pc:spChg chg="mod">
          <ac:chgData name="dahthri reddy" userId="4ce869a6a8763cfa" providerId="Windows Live" clId="Web-{4D5F69D9-28C6-4707-98CE-FA80A381BF30}" dt="2026-05-13T09:40:58.571" v="125" actId="20577"/>
          <ac:spMkLst>
            <pc:docMk/>
            <pc:sldMk cId="582120411" sldId="257"/>
            <ac:spMk id="2" creationId="{382B17CB-335B-9C00-3031-4B834CE963F5}"/>
          </ac:spMkLst>
        </pc:spChg>
        <pc:spChg chg="mod">
          <ac:chgData name="dahthri reddy" userId="4ce869a6a8763cfa" providerId="Windows Live" clId="Web-{4D5F69D9-28C6-4707-98CE-FA80A381BF30}" dt="2026-05-13T09:42:51.391" v="136" actId="20577"/>
          <ac:spMkLst>
            <pc:docMk/>
            <pc:sldMk cId="582120411" sldId="257"/>
            <ac:spMk id="3" creationId="{78F776CC-17CB-BCC6-06B1-F558F1B5CBCF}"/>
          </ac:spMkLst>
        </pc:spChg>
        <pc:spChg chg="add del mod">
          <ac:chgData name="dahthri reddy" userId="4ce869a6a8763cfa" providerId="Windows Live" clId="Web-{4D5F69D9-28C6-4707-98CE-FA80A381BF30}" dt="2026-05-13T09:34:55.733" v="66"/>
          <ac:spMkLst>
            <pc:docMk/>
            <pc:sldMk cId="582120411" sldId="257"/>
            <ac:spMk id="4" creationId="{6D854333-61C0-F6DF-CD22-ED60C11C8DFD}"/>
          </ac:spMkLst>
        </pc:spChg>
      </pc:sldChg>
      <pc:sldChg chg="modSp new">
        <pc:chgData name="dahthri reddy" userId="4ce869a6a8763cfa" providerId="Windows Live" clId="Web-{4D5F69D9-28C6-4707-98CE-FA80A381BF30}" dt="2026-05-13T09:47:11.082" v="164" actId="20577"/>
        <pc:sldMkLst>
          <pc:docMk/>
          <pc:sldMk cId="76934796" sldId="258"/>
        </pc:sldMkLst>
        <pc:spChg chg="mod">
          <ac:chgData name="dahthri reddy" userId="4ce869a6a8763cfa" providerId="Windows Live" clId="Web-{4D5F69D9-28C6-4707-98CE-FA80A381BF30}" dt="2026-05-13T09:44:07.756" v="147" actId="20577"/>
          <ac:spMkLst>
            <pc:docMk/>
            <pc:sldMk cId="76934796" sldId="258"/>
            <ac:spMk id="2" creationId="{78871B6A-4EFE-F9B6-BBBB-2EBBE7DD954D}"/>
          </ac:spMkLst>
        </pc:spChg>
        <pc:spChg chg="mod">
          <ac:chgData name="dahthri reddy" userId="4ce869a6a8763cfa" providerId="Windows Live" clId="Web-{4D5F69D9-28C6-4707-98CE-FA80A381BF30}" dt="2026-05-13T09:47:11.082" v="164" actId="20577"/>
          <ac:spMkLst>
            <pc:docMk/>
            <pc:sldMk cId="76934796" sldId="258"/>
            <ac:spMk id="3" creationId="{DA1F6E57-A4C9-2DB8-EADC-A93D294A1403}"/>
          </ac:spMkLst>
        </pc:spChg>
      </pc:sldChg>
      <pc:sldChg chg="modSp new">
        <pc:chgData name="dahthri reddy" userId="4ce869a6a8763cfa" providerId="Windows Live" clId="Web-{4D5F69D9-28C6-4707-98CE-FA80A381BF30}" dt="2026-05-13T09:52:12.869" v="199" actId="20577"/>
        <pc:sldMkLst>
          <pc:docMk/>
          <pc:sldMk cId="1129435891" sldId="259"/>
        </pc:sldMkLst>
        <pc:spChg chg="mod">
          <ac:chgData name="dahthri reddy" userId="4ce869a6a8763cfa" providerId="Windows Live" clId="Web-{4D5F69D9-28C6-4707-98CE-FA80A381BF30}" dt="2026-05-13T09:48:56.402" v="178" actId="14100"/>
          <ac:spMkLst>
            <pc:docMk/>
            <pc:sldMk cId="1129435891" sldId="259"/>
            <ac:spMk id="2" creationId="{5B75485A-3756-7B44-E010-E818B6072BE9}"/>
          </ac:spMkLst>
        </pc:spChg>
        <pc:spChg chg="mod">
          <ac:chgData name="dahthri reddy" userId="4ce869a6a8763cfa" providerId="Windows Live" clId="Web-{4D5F69D9-28C6-4707-98CE-FA80A381BF30}" dt="2026-05-13T09:52:12.869" v="199" actId="20577"/>
          <ac:spMkLst>
            <pc:docMk/>
            <pc:sldMk cId="1129435891" sldId="259"/>
            <ac:spMk id="3" creationId="{A1772CAB-AEDF-B16D-8E5C-ED08650B44E1}"/>
          </ac:spMkLst>
        </pc:spChg>
      </pc:sldChg>
      <pc:sldChg chg="modSp new">
        <pc:chgData name="dahthri reddy" userId="4ce869a6a8763cfa" providerId="Windows Live" clId="Web-{4D5F69D9-28C6-4707-98CE-FA80A381BF30}" dt="2026-05-13T09:53:59.942" v="215" actId="20577"/>
        <pc:sldMkLst>
          <pc:docMk/>
          <pc:sldMk cId="1062615667" sldId="260"/>
        </pc:sldMkLst>
        <pc:spChg chg="mod">
          <ac:chgData name="dahthri reddy" userId="4ce869a6a8763cfa" providerId="Windows Live" clId="Web-{4D5F69D9-28C6-4707-98CE-FA80A381BF30}" dt="2026-05-13T09:53:23.845" v="209" actId="20577"/>
          <ac:spMkLst>
            <pc:docMk/>
            <pc:sldMk cId="1062615667" sldId="260"/>
            <ac:spMk id="2" creationId="{9F9494E6-D12A-7403-4FA6-F0361D2BFA60}"/>
          </ac:spMkLst>
        </pc:spChg>
        <pc:spChg chg="mod">
          <ac:chgData name="dahthri reddy" userId="4ce869a6a8763cfa" providerId="Windows Live" clId="Web-{4D5F69D9-28C6-4707-98CE-FA80A381BF30}" dt="2026-05-13T09:53:59.942" v="215" actId="20577"/>
          <ac:spMkLst>
            <pc:docMk/>
            <pc:sldMk cId="1062615667" sldId="260"/>
            <ac:spMk id="3" creationId="{B79EBEC8-CA69-DA67-207B-50212E7BE35F}"/>
          </ac:spMkLst>
        </pc:spChg>
      </pc:sldChg>
      <pc:sldChg chg="modSp new">
        <pc:chgData name="dahthri reddy" userId="4ce869a6a8763cfa" providerId="Windows Live" clId="Web-{4D5F69D9-28C6-4707-98CE-FA80A381BF30}" dt="2026-05-13T09:56:34.562" v="243" actId="20577"/>
        <pc:sldMkLst>
          <pc:docMk/>
          <pc:sldMk cId="2466740741" sldId="261"/>
        </pc:sldMkLst>
        <pc:spChg chg="mod">
          <ac:chgData name="dahthri reddy" userId="4ce869a6a8763cfa" providerId="Windows Live" clId="Web-{4D5F69D9-28C6-4707-98CE-FA80A381BF30}" dt="2026-05-13T09:54:39.101" v="223" actId="20577"/>
          <ac:spMkLst>
            <pc:docMk/>
            <pc:sldMk cId="2466740741" sldId="261"/>
            <ac:spMk id="2" creationId="{E2CADBEA-55B7-6116-9C77-4E0813DE349E}"/>
          </ac:spMkLst>
        </pc:spChg>
        <pc:spChg chg="mod">
          <ac:chgData name="dahthri reddy" userId="4ce869a6a8763cfa" providerId="Windows Live" clId="Web-{4D5F69D9-28C6-4707-98CE-FA80A381BF30}" dt="2026-05-13T09:56:34.562" v="243" actId="20577"/>
          <ac:spMkLst>
            <pc:docMk/>
            <pc:sldMk cId="2466740741" sldId="261"/>
            <ac:spMk id="3" creationId="{A100F57E-E2CE-61D8-A384-54AA5E61A3A9}"/>
          </ac:spMkLst>
        </pc:spChg>
      </pc:sldChg>
      <pc:sldChg chg="modSp new">
        <pc:chgData name="dahthri reddy" userId="4ce869a6a8763cfa" providerId="Windows Live" clId="Web-{4D5F69D9-28C6-4707-98CE-FA80A381BF30}" dt="2026-05-13T09:58:40.258" v="268" actId="20577"/>
        <pc:sldMkLst>
          <pc:docMk/>
          <pc:sldMk cId="2238204051" sldId="262"/>
        </pc:sldMkLst>
        <pc:spChg chg="mod">
          <ac:chgData name="dahthri reddy" userId="4ce869a6a8763cfa" providerId="Windows Live" clId="Web-{4D5F69D9-28C6-4707-98CE-FA80A381BF30}" dt="2026-05-13T09:57:00.563" v="250" actId="20577"/>
          <ac:spMkLst>
            <pc:docMk/>
            <pc:sldMk cId="2238204051" sldId="262"/>
            <ac:spMk id="2" creationId="{4B2F6CF3-A64E-D0BC-545D-6418FCD3E933}"/>
          </ac:spMkLst>
        </pc:spChg>
        <pc:spChg chg="mod">
          <ac:chgData name="dahthri reddy" userId="4ce869a6a8763cfa" providerId="Windows Live" clId="Web-{4D5F69D9-28C6-4707-98CE-FA80A381BF30}" dt="2026-05-13T09:58:40.258" v="268" actId="20577"/>
          <ac:spMkLst>
            <pc:docMk/>
            <pc:sldMk cId="2238204051" sldId="262"/>
            <ac:spMk id="3" creationId="{24495ED2-C898-F6F3-3905-09D8FA8A16BA}"/>
          </ac:spMkLst>
        </pc:spChg>
      </pc:sldChg>
      <pc:sldChg chg="modSp new">
        <pc:chgData name="dahthri reddy" userId="4ce869a6a8763cfa" providerId="Windows Live" clId="Web-{4D5F69D9-28C6-4707-98CE-FA80A381BF30}" dt="2026-05-13T10:00:57.096" v="308" actId="20577"/>
        <pc:sldMkLst>
          <pc:docMk/>
          <pc:sldMk cId="3554292253" sldId="263"/>
        </pc:sldMkLst>
        <pc:spChg chg="mod">
          <ac:chgData name="dahthri reddy" userId="4ce869a6a8763cfa" providerId="Windows Live" clId="Web-{4D5F69D9-28C6-4707-98CE-FA80A381BF30}" dt="2026-05-13T09:59:16.494" v="277" actId="20577"/>
          <ac:spMkLst>
            <pc:docMk/>
            <pc:sldMk cId="3554292253" sldId="263"/>
            <ac:spMk id="2" creationId="{04DCD74D-825E-F255-0593-AFAF144B136E}"/>
          </ac:spMkLst>
        </pc:spChg>
        <pc:spChg chg="mod">
          <ac:chgData name="dahthri reddy" userId="4ce869a6a8763cfa" providerId="Windows Live" clId="Web-{4D5F69D9-28C6-4707-98CE-FA80A381BF30}" dt="2026-05-13T10:00:57.096" v="308" actId="20577"/>
          <ac:spMkLst>
            <pc:docMk/>
            <pc:sldMk cId="3554292253" sldId="263"/>
            <ac:spMk id="3" creationId="{9C3F1028-C494-1CB5-A230-76E3F7F5542E}"/>
          </ac:spMkLst>
        </pc:spChg>
      </pc:sldChg>
      <pc:sldChg chg="modSp new">
        <pc:chgData name="dahthri reddy" userId="4ce869a6a8763cfa" providerId="Windows Live" clId="Web-{4D5F69D9-28C6-4707-98CE-FA80A381BF30}" dt="2026-05-13T10:02:39.431" v="328" actId="20577"/>
        <pc:sldMkLst>
          <pc:docMk/>
          <pc:sldMk cId="4188930667" sldId="264"/>
        </pc:sldMkLst>
        <pc:spChg chg="mod">
          <ac:chgData name="dahthri reddy" userId="4ce869a6a8763cfa" providerId="Windows Live" clId="Web-{4D5F69D9-28C6-4707-98CE-FA80A381BF30}" dt="2026-05-13T10:01:36.396" v="317" actId="20577"/>
          <ac:spMkLst>
            <pc:docMk/>
            <pc:sldMk cId="4188930667" sldId="264"/>
            <ac:spMk id="2" creationId="{DC9D827E-47BC-E82F-8CC5-2471CA90F5F5}"/>
          </ac:spMkLst>
        </pc:spChg>
        <pc:spChg chg="mod">
          <ac:chgData name="dahthri reddy" userId="4ce869a6a8763cfa" providerId="Windows Live" clId="Web-{4D5F69D9-28C6-4707-98CE-FA80A381BF30}" dt="2026-05-13T10:02:39.431" v="328" actId="20577"/>
          <ac:spMkLst>
            <pc:docMk/>
            <pc:sldMk cId="4188930667" sldId="264"/>
            <ac:spMk id="3" creationId="{7A217853-9F23-02B1-9A90-ABDF4EF6679E}"/>
          </ac:spMkLst>
        </pc:spChg>
      </pc:sldChg>
      <pc:sldChg chg="modSp new">
        <pc:chgData name="dahthri reddy" userId="4ce869a6a8763cfa" providerId="Windows Live" clId="Web-{4D5F69D9-28C6-4707-98CE-FA80A381BF30}" dt="2026-05-13T10:04:25.673" v="345" actId="20577"/>
        <pc:sldMkLst>
          <pc:docMk/>
          <pc:sldMk cId="3347622758" sldId="265"/>
        </pc:sldMkLst>
        <pc:spChg chg="mod">
          <ac:chgData name="dahthri reddy" userId="4ce869a6a8763cfa" providerId="Windows Live" clId="Web-{4D5F69D9-28C6-4707-98CE-FA80A381BF30}" dt="2026-05-13T10:03:33.232" v="337" actId="20577"/>
          <ac:spMkLst>
            <pc:docMk/>
            <pc:sldMk cId="3347622758" sldId="265"/>
            <ac:spMk id="2" creationId="{960979DC-7E1A-8D33-40E8-708109A3DA48}"/>
          </ac:spMkLst>
        </pc:spChg>
        <pc:spChg chg="mod">
          <ac:chgData name="dahthri reddy" userId="4ce869a6a8763cfa" providerId="Windows Live" clId="Web-{4D5F69D9-28C6-4707-98CE-FA80A381BF30}" dt="2026-05-13T10:04:25.673" v="345" actId="20577"/>
          <ac:spMkLst>
            <pc:docMk/>
            <pc:sldMk cId="3347622758" sldId="265"/>
            <ac:spMk id="3" creationId="{FBC4775E-8501-6817-5C15-2426AF53CA98}"/>
          </ac:spMkLst>
        </pc:spChg>
      </pc:sldChg>
    </pc:docChg>
  </pc:docChgLst>
  <pc:docChgLst>
    <pc:chgData name="dahthri reddy" userId="4ce869a6a8763cfa" providerId="Windows Live" clId="Web-{9953E30B-F43E-4CD7-8848-60459DD5720D}"/>
    <pc:docChg chg="addSld delSld modSld">
      <pc:chgData name="dahthri reddy" userId="4ce869a6a8763cfa" providerId="Windows Live" clId="Web-{9953E30B-F43E-4CD7-8848-60459DD5720D}" dt="2026-05-14T09:18:08.282" v="190"/>
      <pc:docMkLst>
        <pc:docMk/>
      </pc:docMkLst>
      <pc:sldChg chg="addSp delSp modSp mod setBg">
        <pc:chgData name="dahthri reddy" userId="4ce869a6a8763cfa" providerId="Windows Live" clId="Web-{9953E30B-F43E-4CD7-8848-60459DD5720D}" dt="2026-05-14T09:10:53.292" v="138" actId="20577"/>
        <pc:sldMkLst>
          <pc:docMk/>
          <pc:sldMk cId="109857222" sldId="256"/>
        </pc:sldMkLst>
        <pc:spChg chg="mod">
          <ac:chgData name="dahthri reddy" userId="4ce869a6a8763cfa" providerId="Windows Live" clId="Web-{9953E30B-F43E-4CD7-8848-60459DD5720D}" dt="2026-05-14T09:10:53.292" v="13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ahthri reddy" userId="4ce869a6a8763cfa" providerId="Windows Live" clId="Web-{9953E30B-F43E-4CD7-8848-60459DD5720D}" dt="2026-05-14T09:10:08.697" v="131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dahthri reddy" userId="4ce869a6a8763cfa" providerId="Windows Live" clId="Web-{9953E30B-F43E-4CD7-8848-60459DD5720D}" dt="2026-05-14T09:10:08.697" v="131"/>
          <ac:spMkLst>
            <pc:docMk/>
            <pc:sldMk cId="109857222" sldId="256"/>
            <ac:spMk id="8" creationId="{18873D23-2DCF-4B31-A009-95721C06E8E1}"/>
          </ac:spMkLst>
        </pc:spChg>
        <pc:spChg chg="add del">
          <ac:chgData name="dahthri reddy" userId="4ce869a6a8763cfa" providerId="Windows Live" clId="Web-{9953E30B-F43E-4CD7-8848-60459DD5720D}" dt="2026-05-14T09:10:08.697" v="131"/>
          <ac:spMkLst>
            <pc:docMk/>
            <pc:sldMk cId="109857222" sldId="256"/>
            <ac:spMk id="10" creationId="{C13EF075-D4EF-4929-ADBC-91B27DA19955}"/>
          </ac:spMkLst>
        </pc:spChg>
        <pc:spChg chg="add">
          <ac:chgData name="dahthri reddy" userId="4ce869a6a8763cfa" providerId="Windows Live" clId="Web-{9953E30B-F43E-4CD7-8848-60459DD5720D}" dt="2026-05-14T09:10:08.697" v="131"/>
          <ac:spMkLst>
            <pc:docMk/>
            <pc:sldMk cId="109857222" sldId="256"/>
            <ac:spMk id="21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10:08.697" v="131"/>
          <ac:spMkLst>
            <pc:docMk/>
            <pc:sldMk cId="109857222" sldId="256"/>
            <ac:spMk id="23" creationId="{66AE1D3D-3106-4CB2-AA7C-0C1642AC0F2E}"/>
          </ac:spMkLst>
        </pc:spChg>
        <pc:grpChg chg="add del">
          <ac:chgData name="dahthri reddy" userId="4ce869a6a8763cfa" providerId="Windows Live" clId="Web-{9953E30B-F43E-4CD7-8848-60459DD5720D}" dt="2026-05-14T09:10:08.697" v="131"/>
          <ac:grpSpMkLst>
            <pc:docMk/>
            <pc:sldMk cId="109857222" sldId="256"/>
            <ac:grpSpMk id="12" creationId="{DAA26DFA-AAB2-4973-9C17-16D587C7B198}"/>
          </ac:grpSpMkLst>
        </pc:grpChg>
        <pc:grpChg chg="add">
          <ac:chgData name="dahthri reddy" userId="4ce869a6a8763cfa" providerId="Windows Live" clId="Web-{9953E30B-F43E-4CD7-8848-60459DD5720D}" dt="2026-05-14T09:10:08.697" v="131"/>
          <ac:grpSpMkLst>
            <pc:docMk/>
            <pc:sldMk cId="109857222" sldId="256"/>
            <ac:grpSpMk id="25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5:25.373" v="113"/>
        <pc:sldMkLst>
          <pc:docMk/>
          <pc:sldMk cId="582120411" sldId="257"/>
        </pc:sldMkLst>
        <pc:spChg chg="mod">
          <ac:chgData name="dahthri reddy" userId="4ce869a6a8763cfa" providerId="Windows Live" clId="Web-{9953E30B-F43E-4CD7-8848-60459DD5720D}" dt="2026-05-14T09:05:25.373" v="113"/>
          <ac:spMkLst>
            <pc:docMk/>
            <pc:sldMk cId="582120411" sldId="257"/>
            <ac:spMk id="2" creationId="{382B17CB-335B-9C00-3031-4B834CE963F5}"/>
          </ac:spMkLst>
        </pc:spChg>
        <pc:spChg chg="mod">
          <ac:chgData name="dahthri reddy" userId="4ce869a6a8763cfa" providerId="Windows Live" clId="Web-{9953E30B-F43E-4CD7-8848-60459DD5720D}" dt="2026-05-14T09:05:25.373" v="113"/>
          <ac:spMkLst>
            <pc:docMk/>
            <pc:sldMk cId="582120411" sldId="257"/>
            <ac:spMk id="3" creationId="{78F776CC-17CB-BCC6-06B1-F558F1B5CBCF}"/>
          </ac:spMkLst>
        </pc:spChg>
        <pc:spChg chg="add">
          <ac:chgData name="dahthri reddy" userId="4ce869a6a8763cfa" providerId="Windows Live" clId="Web-{9953E30B-F43E-4CD7-8848-60459DD5720D}" dt="2026-05-14T09:05:25.373" v="113"/>
          <ac:spMkLst>
            <pc:docMk/>
            <pc:sldMk cId="582120411" sldId="257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5:25.373" v="113"/>
          <ac:spMkLst>
            <pc:docMk/>
            <pc:sldMk cId="582120411" sldId="257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5:25.373" v="113"/>
          <ac:grpSpMkLst>
            <pc:docMk/>
            <pc:sldMk cId="582120411" sldId="257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5:43.374" v="114"/>
        <pc:sldMkLst>
          <pc:docMk/>
          <pc:sldMk cId="76934796" sldId="258"/>
        </pc:sldMkLst>
        <pc:spChg chg="mod">
          <ac:chgData name="dahthri reddy" userId="4ce869a6a8763cfa" providerId="Windows Live" clId="Web-{9953E30B-F43E-4CD7-8848-60459DD5720D}" dt="2026-05-14T09:05:43.374" v="114"/>
          <ac:spMkLst>
            <pc:docMk/>
            <pc:sldMk cId="76934796" sldId="258"/>
            <ac:spMk id="2" creationId="{78871B6A-4EFE-F9B6-BBBB-2EBBE7DD954D}"/>
          </ac:spMkLst>
        </pc:spChg>
        <pc:spChg chg="mod">
          <ac:chgData name="dahthri reddy" userId="4ce869a6a8763cfa" providerId="Windows Live" clId="Web-{9953E30B-F43E-4CD7-8848-60459DD5720D}" dt="2026-05-14T09:05:43.374" v="114"/>
          <ac:spMkLst>
            <pc:docMk/>
            <pc:sldMk cId="76934796" sldId="258"/>
            <ac:spMk id="3" creationId="{DA1F6E57-A4C9-2DB8-EADC-A93D294A1403}"/>
          </ac:spMkLst>
        </pc:spChg>
        <pc:spChg chg="add">
          <ac:chgData name="dahthri reddy" userId="4ce869a6a8763cfa" providerId="Windows Live" clId="Web-{9953E30B-F43E-4CD7-8848-60459DD5720D}" dt="2026-05-14T09:05:43.374" v="114"/>
          <ac:spMkLst>
            <pc:docMk/>
            <pc:sldMk cId="76934796" sldId="258"/>
            <ac:spMk id="8" creationId="{18873D23-2DCF-4B31-A009-95721C06E8E1}"/>
          </ac:spMkLst>
        </pc:spChg>
        <pc:spChg chg="add">
          <ac:chgData name="dahthri reddy" userId="4ce869a6a8763cfa" providerId="Windows Live" clId="Web-{9953E30B-F43E-4CD7-8848-60459DD5720D}" dt="2026-05-14T09:05:43.374" v="114"/>
          <ac:spMkLst>
            <pc:docMk/>
            <pc:sldMk cId="76934796" sldId="258"/>
            <ac:spMk id="10" creationId="{C13EF075-D4EF-4929-ADBC-91B27DA19955}"/>
          </ac:spMkLst>
        </pc:spChg>
        <pc:grpChg chg="add">
          <ac:chgData name="dahthri reddy" userId="4ce869a6a8763cfa" providerId="Windows Live" clId="Web-{9953E30B-F43E-4CD7-8848-60459DD5720D}" dt="2026-05-14T09:05:43.374" v="114"/>
          <ac:grpSpMkLst>
            <pc:docMk/>
            <pc:sldMk cId="76934796" sldId="258"/>
            <ac:grpSpMk id="12" creationId="{DAA26DFA-AAB2-4973-9C17-16D587C7B198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6:03.187" v="115"/>
        <pc:sldMkLst>
          <pc:docMk/>
          <pc:sldMk cId="1129435891" sldId="259"/>
        </pc:sldMkLst>
        <pc:spChg chg="mod">
          <ac:chgData name="dahthri reddy" userId="4ce869a6a8763cfa" providerId="Windows Live" clId="Web-{9953E30B-F43E-4CD7-8848-60459DD5720D}" dt="2026-05-14T09:06:03.187" v="115"/>
          <ac:spMkLst>
            <pc:docMk/>
            <pc:sldMk cId="1129435891" sldId="259"/>
            <ac:spMk id="2" creationId="{5B75485A-3756-7B44-E010-E818B6072BE9}"/>
          </ac:spMkLst>
        </pc:spChg>
        <pc:spChg chg="mod">
          <ac:chgData name="dahthri reddy" userId="4ce869a6a8763cfa" providerId="Windows Live" clId="Web-{9953E30B-F43E-4CD7-8848-60459DD5720D}" dt="2026-05-14T09:06:03.187" v="115"/>
          <ac:spMkLst>
            <pc:docMk/>
            <pc:sldMk cId="1129435891" sldId="259"/>
            <ac:spMk id="3" creationId="{A1772CAB-AEDF-B16D-8E5C-ED08650B44E1}"/>
          </ac:spMkLst>
        </pc:spChg>
        <pc:spChg chg="add">
          <ac:chgData name="dahthri reddy" userId="4ce869a6a8763cfa" providerId="Windows Live" clId="Web-{9953E30B-F43E-4CD7-8848-60459DD5720D}" dt="2026-05-14T09:06:03.187" v="115"/>
          <ac:spMkLst>
            <pc:docMk/>
            <pc:sldMk cId="1129435891" sldId="259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6:03.187" v="115"/>
          <ac:spMkLst>
            <pc:docMk/>
            <pc:sldMk cId="1129435891" sldId="259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6:03.187" v="115"/>
          <ac:grpSpMkLst>
            <pc:docMk/>
            <pc:sldMk cId="1129435891" sldId="259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6:23.688" v="116"/>
        <pc:sldMkLst>
          <pc:docMk/>
          <pc:sldMk cId="1062615667" sldId="260"/>
        </pc:sldMkLst>
        <pc:spChg chg="mod">
          <ac:chgData name="dahthri reddy" userId="4ce869a6a8763cfa" providerId="Windows Live" clId="Web-{9953E30B-F43E-4CD7-8848-60459DD5720D}" dt="2026-05-14T09:06:23.688" v="116"/>
          <ac:spMkLst>
            <pc:docMk/>
            <pc:sldMk cId="1062615667" sldId="260"/>
            <ac:spMk id="2" creationId="{9F9494E6-D12A-7403-4FA6-F0361D2BFA60}"/>
          </ac:spMkLst>
        </pc:spChg>
        <pc:spChg chg="mod">
          <ac:chgData name="dahthri reddy" userId="4ce869a6a8763cfa" providerId="Windows Live" clId="Web-{9953E30B-F43E-4CD7-8848-60459DD5720D}" dt="2026-05-14T09:06:23.688" v="116"/>
          <ac:spMkLst>
            <pc:docMk/>
            <pc:sldMk cId="1062615667" sldId="260"/>
            <ac:spMk id="3" creationId="{B79EBEC8-CA69-DA67-207B-50212E7BE35F}"/>
          </ac:spMkLst>
        </pc:spChg>
        <pc:spChg chg="add">
          <ac:chgData name="dahthri reddy" userId="4ce869a6a8763cfa" providerId="Windows Live" clId="Web-{9953E30B-F43E-4CD7-8848-60459DD5720D}" dt="2026-05-14T09:06:23.688" v="116"/>
          <ac:spMkLst>
            <pc:docMk/>
            <pc:sldMk cId="1062615667" sldId="260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6:23.688" v="116"/>
          <ac:spMkLst>
            <pc:docMk/>
            <pc:sldMk cId="1062615667" sldId="260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6:23.688" v="116"/>
          <ac:grpSpMkLst>
            <pc:docMk/>
            <pc:sldMk cId="1062615667" sldId="260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6:58.518" v="117"/>
        <pc:sldMkLst>
          <pc:docMk/>
          <pc:sldMk cId="2466740741" sldId="261"/>
        </pc:sldMkLst>
        <pc:spChg chg="mod">
          <ac:chgData name="dahthri reddy" userId="4ce869a6a8763cfa" providerId="Windows Live" clId="Web-{9953E30B-F43E-4CD7-8848-60459DD5720D}" dt="2026-05-14T09:06:58.518" v="117"/>
          <ac:spMkLst>
            <pc:docMk/>
            <pc:sldMk cId="2466740741" sldId="261"/>
            <ac:spMk id="2" creationId="{E2CADBEA-55B7-6116-9C77-4E0813DE349E}"/>
          </ac:spMkLst>
        </pc:spChg>
        <pc:spChg chg="mod">
          <ac:chgData name="dahthri reddy" userId="4ce869a6a8763cfa" providerId="Windows Live" clId="Web-{9953E30B-F43E-4CD7-8848-60459DD5720D}" dt="2026-05-14T09:06:58.518" v="117"/>
          <ac:spMkLst>
            <pc:docMk/>
            <pc:sldMk cId="2466740741" sldId="261"/>
            <ac:spMk id="3" creationId="{A100F57E-E2CE-61D8-A384-54AA5E61A3A9}"/>
          </ac:spMkLst>
        </pc:spChg>
        <pc:spChg chg="add">
          <ac:chgData name="dahthri reddy" userId="4ce869a6a8763cfa" providerId="Windows Live" clId="Web-{9953E30B-F43E-4CD7-8848-60459DD5720D}" dt="2026-05-14T09:06:58.518" v="117"/>
          <ac:spMkLst>
            <pc:docMk/>
            <pc:sldMk cId="2466740741" sldId="261"/>
            <ac:spMk id="8" creationId="{18873D23-2DCF-4B31-A009-95721C06E8E1}"/>
          </ac:spMkLst>
        </pc:spChg>
        <pc:spChg chg="add">
          <ac:chgData name="dahthri reddy" userId="4ce869a6a8763cfa" providerId="Windows Live" clId="Web-{9953E30B-F43E-4CD7-8848-60459DD5720D}" dt="2026-05-14T09:06:58.518" v="117"/>
          <ac:spMkLst>
            <pc:docMk/>
            <pc:sldMk cId="2466740741" sldId="261"/>
            <ac:spMk id="10" creationId="{C13EF075-D4EF-4929-ADBC-91B27DA19955}"/>
          </ac:spMkLst>
        </pc:spChg>
        <pc:grpChg chg="add">
          <ac:chgData name="dahthri reddy" userId="4ce869a6a8763cfa" providerId="Windows Live" clId="Web-{9953E30B-F43E-4CD7-8848-60459DD5720D}" dt="2026-05-14T09:06:58.518" v="117"/>
          <ac:grpSpMkLst>
            <pc:docMk/>
            <pc:sldMk cId="2466740741" sldId="261"/>
            <ac:grpSpMk id="12" creationId="{DAA26DFA-AAB2-4973-9C17-16D587C7B198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7:17.066" v="118"/>
        <pc:sldMkLst>
          <pc:docMk/>
          <pc:sldMk cId="2238204051" sldId="262"/>
        </pc:sldMkLst>
        <pc:spChg chg="mod">
          <ac:chgData name="dahthri reddy" userId="4ce869a6a8763cfa" providerId="Windows Live" clId="Web-{9953E30B-F43E-4CD7-8848-60459DD5720D}" dt="2026-05-14T09:07:17.066" v="118"/>
          <ac:spMkLst>
            <pc:docMk/>
            <pc:sldMk cId="2238204051" sldId="262"/>
            <ac:spMk id="2" creationId="{4B2F6CF3-A64E-D0BC-545D-6418FCD3E933}"/>
          </ac:spMkLst>
        </pc:spChg>
        <pc:spChg chg="mod">
          <ac:chgData name="dahthri reddy" userId="4ce869a6a8763cfa" providerId="Windows Live" clId="Web-{9953E30B-F43E-4CD7-8848-60459DD5720D}" dt="2026-05-14T09:07:17.066" v="118"/>
          <ac:spMkLst>
            <pc:docMk/>
            <pc:sldMk cId="2238204051" sldId="262"/>
            <ac:spMk id="3" creationId="{24495ED2-C898-F6F3-3905-09D8FA8A16BA}"/>
          </ac:spMkLst>
        </pc:spChg>
        <pc:spChg chg="add">
          <ac:chgData name="dahthri reddy" userId="4ce869a6a8763cfa" providerId="Windows Live" clId="Web-{9953E30B-F43E-4CD7-8848-60459DD5720D}" dt="2026-05-14T09:07:17.066" v="118"/>
          <ac:spMkLst>
            <pc:docMk/>
            <pc:sldMk cId="2238204051" sldId="262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7:17.066" v="118"/>
          <ac:spMkLst>
            <pc:docMk/>
            <pc:sldMk cId="2238204051" sldId="262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7:17.066" v="118"/>
          <ac:grpSpMkLst>
            <pc:docMk/>
            <pc:sldMk cId="2238204051" sldId="262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7:32.880" v="119"/>
        <pc:sldMkLst>
          <pc:docMk/>
          <pc:sldMk cId="3554292253" sldId="263"/>
        </pc:sldMkLst>
        <pc:spChg chg="mod">
          <ac:chgData name="dahthri reddy" userId="4ce869a6a8763cfa" providerId="Windows Live" clId="Web-{9953E30B-F43E-4CD7-8848-60459DD5720D}" dt="2026-05-14T09:07:32.880" v="119"/>
          <ac:spMkLst>
            <pc:docMk/>
            <pc:sldMk cId="3554292253" sldId="263"/>
            <ac:spMk id="2" creationId="{04DCD74D-825E-F255-0593-AFAF144B136E}"/>
          </ac:spMkLst>
        </pc:spChg>
        <pc:spChg chg="mod">
          <ac:chgData name="dahthri reddy" userId="4ce869a6a8763cfa" providerId="Windows Live" clId="Web-{9953E30B-F43E-4CD7-8848-60459DD5720D}" dt="2026-05-14T09:07:32.880" v="119"/>
          <ac:spMkLst>
            <pc:docMk/>
            <pc:sldMk cId="3554292253" sldId="263"/>
            <ac:spMk id="3" creationId="{9C3F1028-C494-1CB5-A230-76E3F7F5542E}"/>
          </ac:spMkLst>
        </pc:spChg>
        <pc:spChg chg="add">
          <ac:chgData name="dahthri reddy" userId="4ce869a6a8763cfa" providerId="Windows Live" clId="Web-{9953E30B-F43E-4CD7-8848-60459DD5720D}" dt="2026-05-14T09:07:32.880" v="119"/>
          <ac:spMkLst>
            <pc:docMk/>
            <pc:sldMk cId="3554292253" sldId="263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7:32.880" v="119"/>
          <ac:spMkLst>
            <pc:docMk/>
            <pc:sldMk cId="3554292253" sldId="263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7:32.880" v="119"/>
          <ac:grpSpMkLst>
            <pc:docMk/>
            <pc:sldMk cId="3554292253" sldId="263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7:47.520" v="120"/>
        <pc:sldMkLst>
          <pc:docMk/>
          <pc:sldMk cId="4188930667" sldId="264"/>
        </pc:sldMkLst>
        <pc:spChg chg="mod">
          <ac:chgData name="dahthri reddy" userId="4ce869a6a8763cfa" providerId="Windows Live" clId="Web-{9953E30B-F43E-4CD7-8848-60459DD5720D}" dt="2026-05-14T09:07:47.520" v="120"/>
          <ac:spMkLst>
            <pc:docMk/>
            <pc:sldMk cId="4188930667" sldId="264"/>
            <ac:spMk id="2" creationId="{DC9D827E-47BC-E82F-8CC5-2471CA90F5F5}"/>
          </ac:spMkLst>
        </pc:spChg>
        <pc:spChg chg="mod">
          <ac:chgData name="dahthri reddy" userId="4ce869a6a8763cfa" providerId="Windows Live" clId="Web-{9953E30B-F43E-4CD7-8848-60459DD5720D}" dt="2026-05-14T09:07:47.520" v="120"/>
          <ac:spMkLst>
            <pc:docMk/>
            <pc:sldMk cId="4188930667" sldId="264"/>
            <ac:spMk id="3" creationId="{7A217853-9F23-02B1-9A90-ABDF4EF6679E}"/>
          </ac:spMkLst>
        </pc:spChg>
        <pc:spChg chg="add">
          <ac:chgData name="dahthri reddy" userId="4ce869a6a8763cfa" providerId="Windows Live" clId="Web-{9953E30B-F43E-4CD7-8848-60459DD5720D}" dt="2026-05-14T09:07:47.520" v="120"/>
          <ac:spMkLst>
            <pc:docMk/>
            <pc:sldMk cId="4188930667" sldId="264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7:47.520" v="120"/>
          <ac:spMkLst>
            <pc:docMk/>
            <pc:sldMk cId="4188930667" sldId="264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7:47.520" v="120"/>
          <ac:grpSpMkLst>
            <pc:docMk/>
            <pc:sldMk cId="4188930667" sldId="264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8:04.505" v="121"/>
        <pc:sldMkLst>
          <pc:docMk/>
          <pc:sldMk cId="3347622758" sldId="265"/>
        </pc:sldMkLst>
        <pc:spChg chg="mod">
          <ac:chgData name="dahthri reddy" userId="4ce869a6a8763cfa" providerId="Windows Live" clId="Web-{9953E30B-F43E-4CD7-8848-60459DD5720D}" dt="2026-05-14T09:08:04.505" v="121"/>
          <ac:spMkLst>
            <pc:docMk/>
            <pc:sldMk cId="3347622758" sldId="265"/>
            <ac:spMk id="2" creationId="{960979DC-7E1A-8D33-40E8-708109A3DA48}"/>
          </ac:spMkLst>
        </pc:spChg>
        <pc:spChg chg="mod">
          <ac:chgData name="dahthri reddy" userId="4ce869a6a8763cfa" providerId="Windows Live" clId="Web-{9953E30B-F43E-4CD7-8848-60459DD5720D}" dt="2026-05-14T09:08:04.505" v="121"/>
          <ac:spMkLst>
            <pc:docMk/>
            <pc:sldMk cId="3347622758" sldId="265"/>
            <ac:spMk id="3" creationId="{FBC4775E-8501-6817-5C15-2426AF53CA98}"/>
          </ac:spMkLst>
        </pc:spChg>
        <pc:spChg chg="add">
          <ac:chgData name="dahthri reddy" userId="4ce869a6a8763cfa" providerId="Windows Live" clId="Web-{9953E30B-F43E-4CD7-8848-60459DD5720D}" dt="2026-05-14T09:08:04.505" v="121"/>
          <ac:spMkLst>
            <pc:docMk/>
            <pc:sldMk cId="3347622758" sldId="265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8:04.505" v="121"/>
          <ac:spMkLst>
            <pc:docMk/>
            <pc:sldMk cId="3347622758" sldId="265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8:04.505" v="121"/>
          <ac:grpSpMkLst>
            <pc:docMk/>
            <pc:sldMk cId="3347622758" sldId="265"/>
            <ac:grpSpMk id="12" creationId="{0A31B6AF-B711-4CDB-8C2B-16E963DDC4C5}"/>
          </ac:grpSpMkLst>
        </pc:grpChg>
      </pc:sldChg>
      <pc:sldChg chg="addSp modSp mod setBg">
        <pc:chgData name="dahthri reddy" userId="4ce869a6a8763cfa" providerId="Windows Live" clId="Web-{9953E30B-F43E-4CD7-8848-60459DD5720D}" dt="2026-05-14T09:08:27.209" v="122"/>
        <pc:sldMkLst>
          <pc:docMk/>
          <pc:sldMk cId="1825215065" sldId="266"/>
        </pc:sldMkLst>
        <pc:spChg chg="mod">
          <ac:chgData name="dahthri reddy" userId="4ce869a6a8763cfa" providerId="Windows Live" clId="Web-{9953E30B-F43E-4CD7-8848-60459DD5720D}" dt="2026-05-14T09:08:27.209" v="122"/>
          <ac:spMkLst>
            <pc:docMk/>
            <pc:sldMk cId="1825215065" sldId="266"/>
            <ac:spMk id="2" creationId="{13BB5CE4-AFBE-AF68-6FDF-A711594A1D9D}"/>
          </ac:spMkLst>
        </pc:spChg>
        <pc:spChg chg="mod">
          <ac:chgData name="dahthri reddy" userId="4ce869a6a8763cfa" providerId="Windows Live" clId="Web-{9953E30B-F43E-4CD7-8848-60459DD5720D}" dt="2026-05-14T09:08:27.209" v="122"/>
          <ac:spMkLst>
            <pc:docMk/>
            <pc:sldMk cId="1825215065" sldId="266"/>
            <ac:spMk id="3" creationId="{451EC035-F1E9-5260-888E-F7C036D49AAE}"/>
          </ac:spMkLst>
        </pc:spChg>
        <pc:spChg chg="add">
          <ac:chgData name="dahthri reddy" userId="4ce869a6a8763cfa" providerId="Windows Live" clId="Web-{9953E30B-F43E-4CD7-8848-60459DD5720D}" dt="2026-05-14T09:08:27.209" v="122"/>
          <ac:spMkLst>
            <pc:docMk/>
            <pc:sldMk cId="1825215065" sldId="266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08:27.209" v="122"/>
          <ac:spMkLst>
            <pc:docMk/>
            <pc:sldMk cId="1825215065" sldId="266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08:27.209" v="122"/>
          <ac:grpSpMkLst>
            <pc:docMk/>
            <pc:sldMk cId="1825215065" sldId="266"/>
            <ac:grpSpMk id="12" creationId="{0A31B6AF-B711-4CDB-8C2B-16E963DDC4C5}"/>
          </ac:grpSpMkLst>
        </pc:grpChg>
      </pc:sldChg>
      <pc:sldChg chg="addSp delSp modSp new del mod setBg setClrOvrMap">
        <pc:chgData name="dahthri reddy" userId="4ce869a6a8763cfa" providerId="Windows Live" clId="Web-{9953E30B-F43E-4CD7-8848-60459DD5720D}" dt="2026-05-14T09:04:11.024" v="111"/>
        <pc:sldMkLst>
          <pc:docMk/>
          <pc:sldMk cId="3664749936" sldId="267"/>
        </pc:sldMkLst>
        <pc:spChg chg="mod ord">
          <ac:chgData name="dahthri reddy" userId="4ce869a6a8763cfa" providerId="Windows Live" clId="Web-{9953E30B-F43E-4CD7-8848-60459DD5720D}" dt="2026-05-14T09:03:13.113" v="109"/>
          <ac:spMkLst>
            <pc:docMk/>
            <pc:sldMk cId="3664749936" sldId="267"/>
            <ac:spMk id="2" creationId="{44EC37C4-22DE-CF5A-0F36-FBAFA7C57538}"/>
          </ac:spMkLst>
        </pc:spChg>
        <pc:spChg chg="mod ord">
          <ac:chgData name="dahthri reddy" userId="4ce869a6a8763cfa" providerId="Windows Live" clId="Web-{9953E30B-F43E-4CD7-8848-60459DD5720D}" dt="2026-05-14T09:03:13.113" v="109"/>
          <ac:spMkLst>
            <pc:docMk/>
            <pc:sldMk cId="3664749936" sldId="267"/>
            <ac:spMk id="3" creationId="{88E08117-4A9F-8743-0B58-931F8B770976}"/>
          </ac:spMkLst>
        </pc:spChg>
        <pc:spChg chg="add del">
          <ac:chgData name="dahthri reddy" userId="4ce869a6a8763cfa" providerId="Windows Live" clId="Web-{9953E30B-F43E-4CD7-8848-60459DD5720D}" dt="2026-05-14T08:55:37.903" v="67"/>
          <ac:spMkLst>
            <pc:docMk/>
            <pc:sldMk cId="3664749936" sldId="267"/>
            <ac:spMk id="12" creationId="{B3684CCF-CEBB-4D8E-A366-95E43D4C790B}"/>
          </ac:spMkLst>
        </pc:spChg>
        <pc:spChg chg="add del">
          <ac:chgData name="dahthri reddy" userId="4ce869a6a8763cfa" providerId="Windows Live" clId="Web-{9953E30B-F43E-4CD7-8848-60459DD5720D}" dt="2026-05-14T08:55:37.903" v="67"/>
          <ac:spMkLst>
            <pc:docMk/>
            <pc:sldMk cId="3664749936" sldId="267"/>
            <ac:spMk id="14" creationId="{70BEB1E7-2F88-40BC-B73D-42E5B6F80BFC}"/>
          </ac:spMkLst>
        </pc:spChg>
        <pc:spChg chg="add del">
          <ac:chgData name="dahthri reddy" userId="4ce869a6a8763cfa" providerId="Windows Live" clId="Web-{9953E30B-F43E-4CD7-8848-60459DD5720D}" dt="2026-05-14T08:56:05.325" v="70"/>
          <ac:spMkLst>
            <pc:docMk/>
            <pc:sldMk cId="3664749936" sldId="267"/>
            <ac:spMk id="16" creationId="{AD96FDFD-4E42-4A06-B8B5-768A1DB9C2A9}"/>
          </ac:spMkLst>
        </pc:spChg>
        <pc:spChg chg="add del">
          <ac:chgData name="dahthri reddy" userId="4ce869a6a8763cfa" providerId="Windows Live" clId="Web-{9953E30B-F43E-4CD7-8848-60459DD5720D}" dt="2026-05-14T09:03:13.113" v="109"/>
          <ac:spMkLst>
            <pc:docMk/>
            <pc:sldMk cId="3664749936" sldId="267"/>
            <ac:spMk id="21" creationId="{03AF1C04-3FEF-41BD-BB84-2F263765BEBC}"/>
          </ac:spMkLst>
        </pc:spChg>
        <pc:spChg chg="add del">
          <ac:chgData name="dahthri reddy" userId="4ce869a6a8763cfa" providerId="Windows Live" clId="Web-{9953E30B-F43E-4CD7-8848-60459DD5720D}" dt="2026-05-14T09:02:43.752" v="104"/>
          <ac:spMkLst>
            <pc:docMk/>
            <pc:sldMk cId="3664749936" sldId="267"/>
            <ac:spMk id="44" creationId="{0EFD753D-6A49-46DD-9E82-AA6E2C62B461}"/>
          </ac:spMkLst>
        </pc:spChg>
        <pc:spChg chg="add del">
          <ac:chgData name="dahthri reddy" userId="4ce869a6a8763cfa" providerId="Windows Live" clId="Web-{9953E30B-F43E-4CD7-8848-60459DD5720D}" dt="2026-05-14T09:02:43.752" v="104"/>
          <ac:spMkLst>
            <pc:docMk/>
            <pc:sldMk cId="3664749936" sldId="267"/>
            <ac:spMk id="46" creationId="{138A5824-1F4A-4EE7-BC13-5BB48FC0809B}"/>
          </ac:spMkLst>
        </pc:spChg>
        <pc:spChg chg="add del">
          <ac:chgData name="dahthri reddy" userId="4ce869a6a8763cfa" providerId="Windows Live" clId="Web-{9953E30B-F43E-4CD7-8848-60459DD5720D}" dt="2026-05-14T09:02:54.721" v="106"/>
          <ac:spMkLst>
            <pc:docMk/>
            <pc:sldMk cId="3664749936" sldId="267"/>
            <ac:spMk id="48" creationId="{5DA699A9-471A-451C-8D64-4BBFBB790D0C}"/>
          </ac:spMkLst>
        </pc:spChg>
        <pc:spChg chg="add del">
          <ac:chgData name="dahthri reddy" userId="4ce869a6a8763cfa" providerId="Windows Live" clId="Web-{9953E30B-F43E-4CD7-8848-60459DD5720D}" dt="2026-05-14T09:02:54.721" v="106"/>
          <ac:spMkLst>
            <pc:docMk/>
            <pc:sldMk cId="3664749936" sldId="267"/>
            <ac:spMk id="49" creationId="{08D97BCC-370B-4538-9D62-136AC63434E5}"/>
          </ac:spMkLst>
        </pc:spChg>
        <pc:spChg chg="add del">
          <ac:chgData name="dahthri reddy" userId="4ce869a6a8763cfa" providerId="Windows Live" clId="Web-{9953E30B-F43E-4CD7-8848-60459DD5720D}" dt="2026-05-14T09:02:54.721" v="106"/>
          <ac:spMkLst>
            <pc:docMk/>
            <pc:sldMk cId="3664749936" sldId="267"/>
            <ac:spMk id="50" creationId="{4FF79B19-2390-46F4-BD3F-E2F55F6E149F}"/>
          </ac:spMkLst>
        </pc:spChg>
        <pc:spChg chg="add del">
          <ac:chgData name="dahthri reddy" userId="4ce869a6a8763cfa" providerId="Windows Live" clId="Web-{9953E30B-F43E-4CD7-8848-60459DD5720D}" dt="2026-05-14T09:02:54.721" v="106"/>
          <ac:spMkLst>
            <pc:docMk/>
            <pc:sldMk cId="3664749936" sldId="267"/>
            <ac:spMk id="51" creationId="{AC1BA173-64A6-4ACF-A849-F0194E82D66F}"/>
          </ac:spMkLst>
        </pc:spChg>
        <pc:spChg chg="add">
          <ac:chgData name="dahthri reddy" userId="4ce869a6a8763cfa" providerId="Windows Live" clId="Web-{9953E30B-F43E-4CD7-8848-60459DD5720D}" dt="2026-05-14T09:03:13.113" v="109"/>
          <ac:spMkLst>
            <pc:docMk/>
            <pc:sldMk cId="3664749936" sldId="267"/>
            <ac:spMk id="59" creationId="{0EFD753D-6A49-46DD-9E82-AA6E2C62B461}"/>
          </ac:spMkLst>
        </pc:spChg>
        <pc:spChg chg="add">
          <ac:chgData name="dahthri reddy" userId="4ce869a6a8763cfa" providerId="Windows Live" clId="Web-{9953E30B-F43E-4CD7-8848-60459DD5720D}" dt="2026-05-14T09:03:13.113" v="109"/>
          <ac:spMkLst>
            <pc:docMk/>
            <pc:sldMk cId="3664749936" sldId="267"/>
            <ac:spMk id="60" creationId="{138A5824-1F4A-4EE7-BC13-5BB48FC0809B}"/>
          </ac:spMkLst>
        </pc:spChg>
        <pc:grpChg chg="add del">
          <ac:chgData name="dahthri reddy" userId="4ce869a6a8763cfa" providerId="Windows Live" clId="Web-{9953E30B-F43E-4CD7-8848-60459DD5720D}" dt="2026-05-14T09:03:13.097" v="108"/>
          <ac:grpSpMkLst>
            <pc:docMk/>
            <pc:sldMk cId="3664749936" sldId="267"/>
            <ac:grpSpMk id="23" creationId="{B58FB4AD-41E6-47ED-BDA3-A923E30D3741}"/>
          </ac:grpSpMkLst>
        </pc:grpChg>
        <pc:grpChg chg="add">
          <ac:chgData name="dahthri reddy" userId="4ce869a6a8763cfa" providerId="Windows Live" clId="Web-{9953E30B-F43E-4CD7-8848-60459DD5720D}" dt="2026-05-14T08:56:05.325" v="70"/>
          <ac:grpSpMkLst>
            <pc:docMk/>
            <pc:sldMk cId="3664749936" sldId="267"/>
            <ac:grpSpMk id="27" creationId="{74F4E70D-A4C9-44E3-A00A-F3AD121AC194}"/>
          </ac:grpSpMkLst>
        </pc:grpChg>
        <pc:grpChg chg="add del">
          <ac:chgData name="dahthri reddy" userId="4ce869a6a8763cfa" providerId="Windows Live" clId="Web-{9953E30B-F43E-4CD7-8848-60459DD5720D}" dt="2026-05-14T09:03:13.097" v="108"/>
          <ac:grpSpMkLst>
            <pc:docMk/>
            <pc:sldMk cId="3664749936" sldId="267"/>
            <ac:grpSpMk id="31" creationId="{E27AF472-EAE3-4572-AB69-B92BD10DBC6D}"/>
          </ac:grpSpMkLst>
        </pc:grpChg>
        <pc:picChg chg="add del mod">
          <ac:chgData name="dahthri reddy" userId="4ce869a6a8763cfa" providerId="Windows Live" clId="Web-{9953E30B-F43E-4CD7-8848-60459DD5720D}" dt="2026-05-14T08:38:10.713" v="48"/>
          <ac:picMkLst>
            <pc:docMk/>
            <pc:sldMk cId="3664749936" sldId="267"/>
            <ac:picMk id="4" creationId="{6CF3CF80-B381-99DE-5104-5C3392501AF9}"/>
          </ac:picMkLst>
        </pc:picChg>
        <pc:picChg chg="add mod ord">
          <ac:chgData name="dahthri reddy" userId="4ce869a6a8763cfa" providerId="Windows Live" clId="Web-{9953E30B-F43E-4CD7-8848-60459DD5720D}" dt="2026-05-14T09:03:13.113" v="109"/>
          <ac:picMkLst>
            <pc:docMk/>
            <pc:sldMk cId="3664749936" sldId="267"/>
            <ac:picMk id="5" creationId="{918AF549-F38F-0817-9194-F20794171767}"/>
          </ac:picMkLst>
        </pc:picChg>
        <pc:picChg chg="add del mod ord">
          <ac:chgData name="dahthri reddy" userId="4ce869a6a8763cfa" providerId="Windows Live" clId="Web-{9953E30B-F43E-4CD7-8848-60459DD5720D}" dt="2026-05-14T09:04:00.258" v="110"/>
          <ac:picMkLst>
            <pc:docMk/>
            <pc:sldMk cId="3664749936" sldId="267"/>
            <ac:picMk id="6" creationId="{56523CD3-2082-204F-420E-5EF9583425E2}"/>
          </ac:picMkLst>
        </pc:picChg>
        <pc:picChg chg="add del mod">
          <ac:chgData name="dahthri reddy" userId="4ce869a6a8763cfa" providerId="Windows Live" clId="Web-{9953E30B-F43E-4CD7-8848-60459DD5720D}" dt="2026-05-14T08:55:58.935" v="69"/>
          <ac:picMkLst>
            <pc:docMk/>
            <pc:sldMk cId="3664749936" sldId="267"/>
            <ac:picMk id="7" creationId="{49DAF7C3-C4DD-83B5-2A67-17470F92032C}"/>
          </ac:picMkLst>
        </pc:picChg>
        <pc:picChg chg="add mod">
          <ac:chgData name="dahthri reddy" userId="4ce869a6a8763cfa" providerId="Windows Live" clId="Web-{9953E30B-F43E-4CD7-8848-60459DD5720D}" dt="2026-05-14T09:03:13.113" v="109"/>
          <ac:picMkLst>
            <pc:docMk/>
            <pc:sldMk cId="3664749936" sldId="267"/>
            <ac:picMk id="8" creationId="{057056BD-FD17-0402-5101-3EB35A757FD5}"/>
          </ac:picMkLst>
        </pc:picChg>
        <pc:picChg chg="add mod">
          <ac:chgData name="dahthri reddy" userId="4ce869a6a8763cfa" providerId="Windows Live" clId="Web-{9953E30B-F43E-4CD7-8848-60459DD5720D}" dt="2026-05-14T09:03:13.113" v="109"/>
          <ac:picMkLst>
            <pc:docMk/>
            <pc:sldMk cId="3664749936" sldId="267"/>
            <ac:picMk id="9" creationId="{0174EBD8-BDC9-92A5-1B8A-C19C306E9EF9}"/>
          </ac:picMkLst>
        </pc:picChg>
        <pc:picChg chg="add mod ord">
          <ac:chgData name="dahthri reddy" userId="4ce869a6a8763cfa" providerId="Windows Live" clId="Web-{9953E30B-F43E-4CD7-8848-60459DD5720D}" dt="2026-05-14T09:03:13.113" v="109"/>
          <ac:picMkLst>
            <pc:docMk/>
            <pc:sldMk cId="3664749936" sldId="267"/>
            <ac:picMk id="10" creationId="{A6886D39-9D35-F60F-D949-BBC31EF6CB67}"/>
          </ac:picMkLst>
        </pc:picChg>
      </pc:sldChg>
      <pc:sldChg chg="addSp delSp modSp new mod setBg setClrOvrMap">
        <pc:chgData name="dahthri reddy" userId="4ce869a6a8763cfa" providerId="Windows Live" clId="Web-{9953E30B-F43E-4CD7-8848-60459DD5720D}" dt="2026-05-14T09:17:15.735" v="185"/>
        <pc:sldMkLst>
          <pc:docMk/>
          <pc:sldMk cId="3958000611" sldId="267"/>
        </pc:sldMkLst>
        <pc:spChg chg="mod">
          <ac:chgData name="dahthri reddy" userId="4ce869a6a8763cfa" providerId="Windows Live" clId="Web-{9953E30B-F43E-4CD7-8848-60459DD5720D}" dt="2026-05-14T09:17:15.735" v="185"/>
          <ac:spMkLst>
            <pc:docMk/>
            <pc:sldMk cId="3958000611" sldId="267"/>
            <ac:spMk id="2" creationId="{E89D7F77-6C91-7D13-6768-0BA32EE85765}"/>
          </ac:spMkLst>
        </pc:spChg>
        <pc:spChg chg="del">
          <ac:chgData name="dahthri reddy" userId="4ce869a6a8763cfa" providerId="Windows Live" clId="Web-{9953E30B-F43E-4CD7-8848-60459DD5720D}" dt="2026-05-14T09:11:21.370" v="139"/>
          <ac:spMkLst>
            <pc:docMk/>
            <pc:sldMk cId="3958000611" sldId="267"/>
            <ac:spMk id="3" creationId="{E4FC489A-A48C-69B6-AB4C-A88FB11090FC}"/>
          </ac:spMkLst>
        </pc:spChg>
        <pc:spChg chg="add del">
          <ac:chgData name="dahthri reddy" userId="4ce869a6a8763cfa" providerId="Windows Live" clId="Web-{9953E30B-F43E-4CD7-8848-60459DD5720D}" dt="2026-05-14T09:16:40.094" v="180"/>
          <ac:spMkLst>
            <pc:docMk/>
            <pc:sldMk cId="3958000611" sldId="267"/>
            <ac:spMk id="14" creationId="{E73BBE33-B533-4661-8A6A-6BD8D05EB19A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3" creationId="{2E2D6188-24E5-426A-BB2A-3FA2D6B9C3EF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4" creationId="{78418A25-6EAC-4140-BFE6-284E1925B5EE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5" creationId="{F6E384F5-137A-40B1-97F0-694CC6ECD59C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6" creationId="{6B9D64DB-4D5C-4A91-B45F-F301E3174F9F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7" creationId="{9DBC4630-03DA-474F-BBCB-BA3AE6B317A4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8" creationId="{8E4F04B5-4D4A-4F70-8549-384AF535134B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29" creationId="{1208BC59-C84F-483F-80CD-FAEC74229B97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30" creationId="{0D14DB62-3EB3-452E-89EE-30B0CDB0C8F4}"/>
          </ac:spMkLst>
        </pc:spChg>
        <pc:spChg chg="add del">
          <ac:chgData name="dahthri reddy" userId="4ce869a6a8763cfa" providerId="Windows Live" clId="Web-{9953E30B-F43E-4CD7-8848-60459DD5720D}" dt="2026-05-14T09:17:15.719" v="184"/>
          <ac:spMkLst>
            <pc:docMk/>
            <pc:sldMk cId="3958000611" sldId="267"/>
            <ac:spMk id="32" creationId="{CB14CE1B-4BC5-4EF2-BE3D-05E4F580B3DB}"/>
          </ac:spMkLst>
        </pc:spChg>
        <pc:picChg chg="add mod ord">
          <ac:chgData name="dahthri reddy" userId="4ce869a6a8763cfa" providerId="Windows Live" clId="Web-{9953E30B-F43E-4CD7-8848-60459DD5720D}" dt="2026-05-14T09:17:15.735" v="185"/>
          <ac:picMkLst>
            <pc:docMk/>
            <pc:sldMk cId="3958000611" sldId="267"/>
            <ac:picMk id="4" creationId="{47F6025A-06E9-E576-4180-847193B86A53}"/>
          </ac:picMkLst>
        </pc:picChg>
        <pc:picChg chg="add mod">
          <ac:chgData name="dahthri reddy" userId="4ce869a6a8763cfa" providerId="Windows Live" clId="Web-{9953E30B-F43E-4CD7-8848-60459DD5720D}" dt="2026-05-14T09:17:15.735" v="185"/>
          <ac:picMkLst>
            <pc:docMk/>
            <pc:sldMk cId="3958000611" sldId="267"/>
            <ac:picMk id="5" creationId="{B178769B-62F4-5997-07B9-1F7E22B7FD4B}"/>
          </ac:picMkLst>
        </pc:picChg>
        <pc:picChg chg="add mod">
          <ac:chgData name="dahthri reddy" userId="4ce869a6a8763cfa" providerId="Windows Live" clId="Web-{9953E30B-F43E-4CD7-8848-60459DD5720D}" dt="2026-05-14T09:17:15.735" v="185"/>
          <ac:picMkLst>
            <pc:docMk/>
            <pc:sldMk cId="3958000611" sldId="267"/>
            <ac:picMk id="6" creationId="{6F0F3858-1EA6-638E-38FE-1DDE7EE9E890}"/>
          </ac:picMkLst>
        </pc:picChg>
        <pc:picChg chg="add mod ord">
          <ac:chgData name="dahthri reddy" userId="4ce869a6a8763cfa" providerId="Windows Live" clId="Web-{9953E30B-F43E-4CD7-8848-60459DD5720D}" dt="2026-05-14T09:17:15.735" v="185"/>
          <ac:picMkLst>
            <pc:docMk/>
            <pc:sldMk cId="3958000611" sldId="267"/>
            <ac:picMk id="7" creationId="{57997663-D072-D514-395B-2BA7F7D02A4C}"/>
          </ac:picMkLst>
        </pc:picChg>
        <pc:picChg chg="add del mod">
          <ac:chgData name="dahthri reddy" userId="4ce869a6a8763cfa" providerId="Windows Live" clId="Web-{9953E30B-F43E-4CD7-8848-60459DD5720D}" dt="2026-05-14T09:14:41.358" v="175"/>
          <ac:picMkLst>
            <pc:docMk/>
            <pc:sldMk cId="3958000611" sldId="267"/>
            <ac:picMk id="8" creationId="{1F9A699F-6D39-4CC3-CB59-22CCE4E8CE6E}"/>
          </ac:picMkLst>
        </pc:picChg>
        <pc:picChg chg="add mod ord">
          <ac:chgData name="dahthri reddy" userId="4ce869a6a8763cfa" providerId="Windows Live" clId="Web-{9953E30B-F43E-4CD7-8848-60459DD5720D}" dt="2026-05-14T09:17:15.735" v="185"/>
          <ac:picMkLst>
            <pc:docMk/>
            <pc:sldMk cId="3958000611" sldId="267"/>
            <ac:picMk id="9" creationId="{C6BF225D-3360-5C6E-1A5D-909359C5C4D1}"/>
          </ac:picMkLst>
        </pc:picChg>
        <pc:cxnChg chg="add del">
          <ac:chgData name="dahthri reddy" userId="4ce869a6a8763cfa" providerId="Windows Live" clId="Web-{9953E30B-F43E-4CD7-8848-60459DD5720D}" dt="2026-05-14T09:16:59.219" v="182"/>
          <ac:cxnSpMkLst>
            <pc:docMk/>
            <pc:sldMk cId="3958000611" sldId="267"/>
            <ac:cxnSpMk id="16" creationId="{81B200F7-B57A-4824-BB91-B6624450A5AC}"/>
          </ac:cxnSpMkLst>
        </pc:cxnChg>
        <pc:cxnChg chg="add del">
          <ac:chgData name="dahthri reddy" userId="4ce869a6a8763cfa" providerId="Windows Live" clId="Web-{9953E30B-F43E-4CD7-8848-60459DD5720D}" dt="2026-05-14T09:16:59.219" v="182"/>
          <ac:cxnSpMkLst>
            <pc:docMk/>
            <pc:sldMk cId="3958000611" sldId="267"/>
            <ac:cxnSpMk id="17" creationId="{DC034BB4-8B50-4484-85C4-0CE4699284D7}"/>
          </ac:cxnSpMkLst>
        </pc:cxnChg>
        <pc:cxnChg chg="add del">
          <ac:chgData name="dahthri reddy" userId="4ce869a6a8763cfa" providerId="Windows Live" clId="Web-{9953E30B-F43E-4CD7-8848-60459DD5720D}" dt="2026-05-14T09:16:59.219" v="182"/>
          <ac:cxnSpMkLst>
            <pc:docMk/>
            <pc:sldMk cId="3958000611" sldId="267"/>
            <ac:cxnSpMk id="18" creationId="{1902062F-7F47-41E5-8574-2D1492D58ED3}"/>
          </ac:cxnSpMkLst>
        </pc:cxnChg>
        <pc:cxnChg chg="add del">
          <ac:chgData name="dahthri reddy" userId="4ce869a6a8763cfa" providerId="Windows Live" clId="Web-{9953E30B-F43E-4CD7-8848-60459DD5720D}" dt="2026-05-14T09:16:59.219" v="182"/>
          <ac:cxnSpMkLst>
            <pc:docMk/>
            <pc:sldMk cId="3958000611" sldId="267"/>
            <ac:cxnSpMk id="20" creationId="{FA92245C-961F-47D5-9691-272D28692D45}"/>
          </ac:cxnSpMkLst>
        </pc:cxnChg>
        <pc:cxnChg chg="add">
          <ac:chgData name="dahthri reddy" userId="4ce869a6a8763cfa" providerId="Windows Live" clId="Web-{9953E30B-F43E-4CD7-8848-60459DD5720D}" dt="2026-05-14T09:17:15.735" v="185"/>
          <ac:cxnSpMkLst>
            <pc:docMk/>
            <pc:sldMk cId="3958000611" sldId="267"/>
            <ac:cxnSpMk id="34" creationId="{DC034BB4-8B50-4484-85C4-0CE4699284D7}"/>
          </ac:cxnSpMkLst>
        </pc:cxnChg>
        <pc:cxnChg chg="add">
          <ac:chgData name="dahthri reddy" userId="4ce869a6a8763cfa" providerId="Windows Live" clId="Web-{9953E30B-F43E-4CD7-8848-60459DD5720D}" dt="2026-05-14T09:17:15.735" v="185"/>
          <ac:cxnSpMkLst>
            <pc:docMk/>
            <pc:sldMk cId="3958000611" sldId="267"/>
            <ac:cxnSpMk id="35" creationId="{81B200F7-B57A-4824-BB91-B6624450A5AC}"/>
          </ac:cxnSpMkLst>
        </pc:cxnChg>
        <pc:cxnChg chg="add">
          <ac:chgData name="dahthri reddy" userId="4ce869a6a8763cfa" providerId="Windows Live" clId="Web-{9953E30B-F43E-4CD7-8848-60459DD5720D}" dt="2026-05-14T09:17:15.735" v="185"/>
          <ac:cxnSpMkLst>
            <pc:docMk/>
            <pc:sldMk cId="3958000611" sldId="267"/>
            <ac:cxnSpMk id="36" creationId="{1902062F-7F47-41E5-8574-2D1492D58ED3}"/>
          </ac:cxnSpMkLst>
        </pc:cxnChg>
        <pc:cxnChg chg="add">
          <ac:chgData name="dahthri reddy" userId="4ce869a6a8763cfa" providerId="Windows Live" clId="Web-{9953E30B-F43E-4CD7-8848-60459DD5720D}" dt="2026-05-14T09:17:15.735" v="185"/>
          <ac:cxnSpMkLst>
            <pc:docMk/>
            <pc:sldMk cId="3958000611" sldId="267"/>
            <ac:cxnSpMk id="37" creationId="{FA92245C-961F-47D5-9691-272D28692D45}"/>
          </ac:cxnSpMkLst>
        </pc:cxnChg>
      </pc:sldChg>
      <pc:sldChg chg="add del replId">
        <pc:chgData name="dahthri reddy" userId="4ce869a6a8763cfa" providerId="Windows Live" clId="Web-{9953E30B-F43E-4CD7-8848-60459DD5720D}" dt="2026-05-14T08:34:45.599" v="40"/>
        <pc:sldMkLst>
          <pc:docMk/>
          <pc:sldMk cId="2491360718" sldId="268"/>
        </pc:sldMkLst>
      </pc:sldChg>
      <pc:sldChg chg="addSp modSp new mod setBg">
        <pc:chgData name="dahthri reddy" userId="4ce869a6a8763cfa" providerId="Windows Live" clId="Web-{9953E30B-F43E-4CD7-8848-60459DD5720D}" dt="2026-05-14T09:18:08.282" v="190"/>
        <pc:sldMkLst>
          <pc:docMk/>
          <pc:sldMk cId="3042528929" sldId="268"/>
        </pc:sldMkLst>
        <pc:spChg chg="mod">
          <ac:chgData name="dahthri reddy" userId="4ce869a6a8763cfa" providerId="Windows Live" clId="Web-{9953E30B-F43E-4CD7-8848-60459DD5720D}" dt="2026-05-14T09:18:08.282" v="190"/>
          <ac:spMkLst>
            <pc:docMk/>
            <pc:sldMk cId="3042528929" sldId="268"/>
            <ac:spMk id="2" creationId="{21121C5A-85A4-0CD3-A1DD-7744414B2123}"/>
          </ac:spMkLst>
        </pc:spChg>
        <pc:spChg chg="mod">
          <ac:chgData name="dahthri reddy" userId="4ce869a6a8763cfa" providerId="Windows Live" clId="Web-{9953E30B-F43E-4CD7-8848-60459DD5720D}" dt="2026-05-14T09:18:08.282" v="190"/>
          <ac:spMkLst>
            <pc:docMk/>
            <pc:sldMk cId="3042528929" sldId="268"/>
            <ac:spMk id="3" creationId="{943AD19C-307A-A0AA-FE43-D3F97033F86A}"/>
          </ac:spMkLst>
        </pc:spChg>
        <pc:spChg chg="add">
          <ac:chgData name="dahthri reddy" userId="4ce869a6a8763cfa" providerId="Windows Live" clId="Web-{9953E30B-F43E-4CD7-8848-60459DD5720D}" dt="2026-05-14T09:18:08.282" v="190"/>
          <ac:spMkLst>
            <pc:docMk/>
            <pc:sldMk cId="3042528929" sldId="268"/>
            <ac:spMk id="8" creationId="{87BF42CA-AD55-48B4-8949-C4DCA60A6AEE}"/>
          </ac:spMkLst>
        </pc:spChg>
        <pc:spChg chg="add">
          <ac:chgData name="dahthri reddy" userId="4ce869a6a8763cfa" providerId="Windows Live" clId="Web-{9953E30B-F43E-4CD7-8848-60459DD5720D}" dt="2026-05-14T09:18:08.282" v="190"/>
          <ac:spMkLst>
            <pc:docMk/>
            <pc:sldMk cId="3042528929" sldId="268"/>
            <ac:spMk id="10" creationId="{66AE1D3D-3106-4CB2-AA7C-0C1642AC0F2E}"/>
          </ac:spMkLst>
        </pc:spChg>
        <pc:grpChg chg="add">
          <ac:chgData name="dahthri reddy" userId="4ce869a6a8763cfa" providerId="Windows Live" clId="Web-{9953E30B-F43E-4CD7-8848-60459DD5720D}" dt="2026-05-14T09:18:08.282" v="190"/>
          <ac:grpSpMkLst>
            <pc:docMk/>
            <pc:sldMk cId="3042528929" sldId="268"/>
            <ac:grpSpMk id="12" creationId="{0A31B6AF-B711-4CDB-8C2B-16E963DDC4C5}"/>
          </ac:grpSpMkLst>
        </pc:grpChg>
      </pc:sldChg>
    </pc:docChg>
  </pc:docChgLst>
  <pc:docChgLst>
    <pc:chgData name="dahthri reddy" userId="4ce869a6a8763cfa" providerId="Windows Live" clId="Web-{6A88E760-493E-4FA2-9506-0E133280E481}"/>
    <pc:docChg chg="addSld delSld modSld">
      <pc:chgData name="dahthri reddy" userId="4ce869a6a8763cfa" providerId="Windows Live" clId="Web-{6A88E760-493E-4FA2-9506-0E133280E481}" dt="2026-05-14T08:25:20.615" v="30" actId="20577"/>
      <pc:docMkLst>
        <pc:docMk/>
      </pc:docMkLst>
      <pc:sldChg chg="modSp new">
        <pc:chgData name="dahthri reddy" userId="4ce869a6a8763cfa" providerId="Windows Live" clId="Web-{6A88E760-493E-4FA2-9506-0E133280E481}" dt="2026-05-14T08:25:20.615" v="30" actId="20577"/>
        <pc:sldMkLst>
          <pc:docMk/>
          <pc:sldMk cId="1825215065" sldId="266"/>
        </pc:sldMkLst>
        <pc:spChg chg="mod">
          <ac:chgData name="dahthri reddy" userId="4ce869a6a8763cfa" providerId="Windows Live" clId="Web-{6A88E760-493E-4FA2-9506-0E133280E481}" dt="2026-05-14T08:24:54.427" v="24" actId="20577"/>
          <ac:spMkLst>
            <pc:docMk/>
            <pc:sldMk cId="1825215065" sldId="266"/>
            <ac:spMk id="2" creationId="{13BB5CE4-AFBE-AF68-6FDF-A711594A1D9D}"/>
          </ac:spMkLst>
        </pc:spChg>
        <pc:spChg chg="mod">
          <ac:chgData name="dahthri reddy" userId="4ce869a6a8763cfa" providerId="Windows Live" clId="Web-{6A88E760-493E-4FA2-9506-0E133280E481}" dt="2026-05-14T08:25:20.615" v="30" actId="20577"/>
          <ac:spMkLst>
            <pc:docMk/>
            <pc:sldMk cId="1825215065" sldId="266"/>
            <ac:spMk id="3" creationId="{451EC035-F1E9-5260-888E-F7C036D49AAE}"/>
          </ac:spMkLst>
        </pc:spChg>
      </pc:sldChg>
      <pc:sldChg chg="addSp delSp modSp new del">
        <pc:chgData name="dahthri reddy" userId="4ce869a6a8763cfa" providerId="Windows Live" clId="Web-{6A88E760-493E-4FA2-9506-0E133280E481}" dt="2026-05-14T08:24:24.957" v="14"/>
        <pc:sldMkLst>
          <pc:docMk/>
          <pc:sldMk cId="3550218487" sldId="266"/>
        </pc:sldMkLst>
        <pc:spChg chg="mod">
          <ac:chgData name="dahthri reddy" userId="4ce869a6a8763cfa" providerId="Windows Live" clId="Web-{6A88E760-493E-4FA2-9506-0E133280E481}" dt="2026-05-14T08:23:49.284" v="12" actId="20577"/>
          <ac:spMkLst>
            <pc:docMk/>
            <pc:sldMk cId="3550218487" sldId="266"/>
            <ac:spMk id="2" creationId="{059F624B-5C0D-18C9-B4B0-10AA790862C9}"/>
          </ac:spMkLst>
        </pc:spChg>
        <pc:spChg chg="del">
          <ac:chgData name="dahthri reddy" userId="4ce869a6a8763cfa" providerId="Windows Live" clId="Web-{6A88E760-493E-4FA2-9506-0E133280E481}" dt="2026-05-14T08:23:52.080" v="13"/>
          <ac:spMkLst>
            <pc:docMk/>
            <pc:sldMk cId="3550218487" sldId="266"/>
            <ac:spMk id="3" creationId="{9194377C-ADC4-708F-8369-32BAF2A8082F}"/>
          </ac:spMkLst>
        </pc:spChg>
        <pc:graphicFrameChg chg="add mod ord modGraphic">
          <ac:chgData name="dahthri reddy" userId="4ce869a6a8763cfa" providerId="Windows Live" clId="Web-{6A88E760-493E-4FA2-9506-0E133280E481}" dt="2026-05-14T08:23:52.080" v="13"/>
          <ac:graphicFrameMkLst>
            <pc:docMk/>
            <pc:sldMk cId="3550218487" sldId="266"/>
            <ac:graphicFrameMk id="4" creationId="{059195D5-C86A-AD3C-1C30-76153EB090C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672" y="980621"/>
            <a:ext cx="3669161" cy="442405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SLIDE 1</a:t>
            </a:r>
            <a:br>
              <a:rPr lang="en-US" sz="2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5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br>
              <a:rPr lang="en-US" sz="2500" kern="1200" dirty="0">
                <a:latin typeface="+mj-lt"/>
                <a:ea typeface="+mj-ea"/>
                <a:cs typeface="+mj-cs"/>
              </a:rPr>
            </a:br>
            <a:r>
              <a:rPr lang="en-US" sz="2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Title: Business Sales Performance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Subtitle:  Data Science &amp; Analytics Internship – Future Interns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Submitted by: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Vanukuri.Dhathri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Task 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Date: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13 May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2B17CB-335B-9C00-3031-4B834CE9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SLIDE 2</a:t>
            </a:r>
            <a:br>
              <a:rPr lang="en-GB" sz="40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4000">
                <a:solidFill>
                  <a:schemeClr val="tx2"/>
                </a:solidFill>
                <a:latin typeface="Franklin Gothic"/>
                <a:ea typeface="+mj-lt"/>
                <a:cs typeface="+mj-lt"/>
              </a:rPr>
              <a:t>Objective</a:t>
            </a:r>
            <a:endParaRPr lang="en-US" sz="4000">
              <a:solidFill>
                <a:schemeClr val="tx2"/>
              </a:solidFill>
              <a:latin typeface="Franklin Gothi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76CC-17CB-BCC6-06B1-F558F1B5C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Content:</a:t>
            </a:r>
            <a:r>
              <a:rPr lang="en-GB" sz="1800">
                <a:solidFill>
                  <a:schemeClr val="tx2"/>
                </a:solidFill>
                <a:latin typeface="Aptos"/>
                <a:ea typeface="+mn-lt"/>
                <a:cs typeface="Angsana New"/>
              </a:rPr>
              <a:t> </a:t>
            </a:r>
            <a:endParaRPr lang="en-GB" sz="1800">
              <a:solidFill>
                <a:schemeClr val="tx2"/>
              </a:solidFill>
              <a:latin typeface="Angsana New"/>
              <a:ea typeface="+mn-lt"/>
              <a:cs typeface="Angsana New"/>
            </a:endParaRPr>
          </a:p>
          <a:p>
            <a:r>
              <a:rPr lang="en-GB" sz="1800">
                <a:solidFill>
                  <a:schemeClr val="tx2"/>
                </a:solidFill>
                <a:latin typeface="Angsana New"/>
                <a:ea typeface="+mn-lt"/>
                <a:cs typeface="Angsana New"/>
              </a:rPr>
              <a:t>The objective of this project is to analyze business sales data to identify revenue trends, top-selling products, high-performing regions, and business insights using Python and data visualization techniques.</a:t>
            </a:r>
            <a:endParaRPr lang="en-GB" sz="1800">
              <a:solidFill>
                <a:schemeClr val="tx2"/>
              </a:solidFill>
              <a:latin typeface="Angsana New"/>
              <a:cs typeface="Angsana New"/>
            </a:endParaRPr>
          </a:p>
        </p:txBody>
      </p:sp>
    </p:spTree>
    <p:extLst>
      <p:ext uri="{BB962C8B-B14F-4D97-AF65-F5344CB8AC3E}">
        <p14:creationId xmlns:p14="http://schemas.microsoft.com/office/powerpoint/2010/main" val="58212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871B6A-4EFE-F9B6-BBBB-2EBBE7DD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  <a:ea typeface="+mj-lt"/>
                <a:cs typeface="+mj-lt"/>
              </a:rPr>
              <a:t>SLIDE 3 </a:t>
            </a:r>
            <a:br>
              <a:rPr lang="en-GB" sz="36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3600">
                <a:solidFill>
                  <a:schemeClr val="tx2"/>
                </a:solidFill>
                <a:ea typeface="+mj-lt"/>
                <a:cs typeface="+mj-lt"/>
              </a:rPr>
              <a:t>Dataset Information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F6E57-A4C9-2DB8-EADC-A93D294A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Dataset Name:  Superstore Sales Dataset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Number of Rows: 9800+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Number of Columns: 18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Important Columns: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Order Date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Region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Category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Product Name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Sales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Profit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Quantity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75485A-3756-7B44-E010-E818B607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br>
              <a:rPr lang="en-GB" sz="3100">
                <a:solidFill>
                  <a:schemeClr val="tx2"/>
                </a:solidFill>
                <a:ea typeface="+mj-lt"/>
                <a:cs typeface="+mj-lt"/>
              </a:rPr>
            </a:br>
            <a:br>
              <a:rPr lang="en-GB" sz="31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3100">
                <a:solidFill>
                  <a:schemeClr val="tx2"/>
                </a:solidFill>
                <a:ea typeface="+mj-lt"/>
                <a:cs typeface="+mj-lt"/>
              </a:rPr>
              <a:t>SLIDE 4 </a:t>
            </a:r>
            <a:br>
              <a:rPr lang="en-GB" sz="31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3100">
                <a:solidFill>
                  <a:schemeClr val="tx2"/>
                </a:solidFill>
                <a:ea typeface="+mj-lt"/>
                <a:cs typeface="+mj-lt"/>
              </a:rPr>
              <a:t>Tools &amp; Technologies Used</a:t>
            </a:r>
            <a:br>
              <a:rPr lang="en-GB" sz="3100">
                <a:solidFill>
                  <a:schemeClr val="tx2"/>
                </a:solidFill>
                <a:ea typeface="+mj-lt"/>
                <a:cs typeface="+mj-lt"/>
              </a:rPr>
            </a:br>
            <a:endParaRPr lang="en-US" sz="31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2CAB-AEDF-B16D-8E5C-ED08650B4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Content:</a:t>
            </a:r>
            <a:endParaRPr lang="en-US" sz="1800">
              <a:solidFill>
                <a:schemeClr val="tx2"/>
              </a:solidFill>
              <a:ea typeface="+mn-lt"/>
              <a:cs typeface="+mn-lt"/>
            </a:endParaRP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Python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Pandas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Matplotlib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Jupyter Notebook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VS Code</a:t>
            </a:r>
            <a:endParaRPr lang="en-GB" sz="180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943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9494E6-D12A-7403-4FA6-F0361D2BF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SLIDE 5</a:t>
            </a:r>
            <a:br>
              <a:rPr lang="en-GB" sz="40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Data Cleaning Process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BEC8-CA69-DA67-207B-50212E7BE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Content: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Removed missing values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Checked duplicate records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Verified column names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Converted date columns</a:t>
            </a:r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61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CADBEA-55B7-6116-9C77-4E0813DE3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  <a:ea typeface="+mj-lt"/>
                <a:cs typeface="+mj-lt"/>
              </a:rPr>
              <a:t>SLIDE 6</a:t>
            </a:r>
            <a:br>
              <a:rPr lang="en-GB" sz="36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3600">
                <a:solidFill>
                  <a:schemeClr val="tx2"/>
                </a:solidFill>
                <a:ea typeface="+mj-lt"/>
                <a:cs typeface="+mj-lt"/>
              </a:rPr>
              <a:t>Region-wise Sales Analysis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F57E-E2CE-61D8-A384-54AA5E61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Add: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Bar chart screenshot 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Region sales table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</a:rPr>
              <a:t>Write Insights: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West region generated highest sales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South region showed lower sales performance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74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2F6CF3-A64E-D0BC-545D-6418FCD3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SLIDE 7 </a:t>
            </a:r>
            <a:br>
              <a:rPr lang="en-GB" sz="40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Top Selling Products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5ED2-C898-F6F3-3905-09D8FA8A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Add: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Product chart screenshot</a:t>
            </a:r>
          </a:p>
          <a:p>
            <a:r>
              <a:rPr lang="en-GB" sz="1800">
                <a:solidFill>
                  <a:schemeClr val="tx2"/>
                </a:solidFill>
              </a:rPr>
              <a:t>Insights: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 i="1">
                <a:solidFill>
                  <a:schemeClr val="tx2"/>
                </a:solidFill>
                <a:ea typeface="+mn-lt"/>
                <a:cs typeface="+mn-lt"/>
              </a:rPr>
              <a:t>• Technology products contributed more revenue</a:t>
            </a:r>
            <a:endParaRPr lang="en-GB" sz="1800" i="1">
              <a:solidFill>
                <a:schemeClr val="tx2"/>
              </a:solidFill>
            </a:endParaRPr>
          </a:p>
          <a:p>
            <a:r>
              <a:rPr lang="en-GB" sz="1800" i="1">
                <a:solidFill>
                  <a:schemeClr val="tx2"/>
                </a:solidFill>
                <a:ea typeface="+mn-lt"/>
                <a:cs typeface="+mn-lt"/>
              </a:rPr>
              <a:t>• Some products had consistently high sales</a:t>
            </a:r>
            <a:endParaRPr lang="en-GB" sz="1800" i="1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0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DCD74D-825E-F255-0593-AFAF144B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SLIDE 8 </a:t>
            </a:r>
            <a:br>
              <a:rPr lang="en-GB" sz="40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Monthly Revenue Trend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F1028-C494-1CB5-A230-76E3F7F55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Add: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Line graph screenshot</a:t>
            </a: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Insights: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Sales increased during festive months</a:t>
            </a: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Revenue trend showed seasonal growth</a:t>
            </a:r>
            <a:endParaRPr lang="en-GB" sz="1800">
              <a:solidFill>
                <a:schemeClr val="tx2"/>
              </a:solidFill>
            </a:endParaRP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4292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9D827E-47BC-E82F-8CC5-2471CA90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chemeClr val="tx2"/>
                </a:solidFill>
                <a:ea typeface="+mj-lt"/>
                <a:cs typeface="+mj-lt"/>
              </a:rPr>
              <a:t>SLIDE 9</a:t>
            </a:r>
            <a:br>
              <a:rPr lang="en-GB" sz="34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3400">
                <a:solidFill>
                  <a:schemeClr val="tx2"/>
                </a:solidFill>
                <a:ea typeface="+mj-lt"/>
                <a:cs typeface="+mj-lt"/>
              </a:rPr>
              <a:t>Recommendations </a:t>
            </a:r>
            <a:endParaRPr lang="en-US" sz="34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17853-9F23-02B1-9A90-ABDF4EF6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Content: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Focus marketing on low-performing regions</a:t>
            </a: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Increase stock for high-selling products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Improve promotional strategies</a:t>
            </a:r>
            <a:endParaRPr lang="en-GB" sz="1800">
              <a:solidFill>
                <a:schemeClr val="tx2"/>
              </a:solidFill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• Analyze customer preferences regularly</a:t>
            </a:r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93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979DC-7E1A-8D33-40E8-708109A3D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SLIDE 10</a:t>
            </a:r>
            <a:br>
              <a:rPr lang="en-GB" sz="4000">
                <a:solidFill>
                  <a:schemeClr val="tx2"/>
                </a:solidFill>
                <a:ea typeface="+mj-lt"/>
                <a:cs typeface="+mj-lt"/>
              </a:rPr>
            </a:br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Conclusion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775E-8501-6817-5C15-2426AF53C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Content: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This analysis helped identify sales trends, profitable regions, and top-performing products. The project improved business analytics and data visualization skills.</a:t>
            </a:r>
          </a:p>
        </p:txBody>
      </p:sp>
    </p:spTree>
    <p:extLst>
      <p:ext uri="{BB962C8B-B14F-4D97-AF65-F5344CB8AC3E}">
        <p14:creationId xmlns:p14="http://schemas.microsoft.com/office/powerpoint/2010/main" val="334762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BB5CE4-AFBE-AF68-6FDF-A711594A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SLIDE 11</a:t>
            </a:r>
            <a:br>
              <a:rPr lang="en-GB" sz="4000">
                <a:solidFill>
                  <a:schemeClr val="tx2"/>
                </a:solidFill>
              </a:rPr>
            </a:br>
            <a:r>
              <a:rPr lang="en-GB" sz="4000">
                <a:solidFill>
                  <a:schemeClr val="tx2"/>
                </a:solidFill>
                <a:ea typeface="+mj-lt"/>
                <a:cs typeface="+mj-lt"/>
              </a:rPr>
              <a:t>GitHub Repository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C035-F1E9-5260-888E-F7C036D4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GitHub Repository Link :</a:t>
            </a:r>
          </a:p>
          <a:p>
            <a:endParaRPr lang="en-GB" sz="180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GB" sz="1800">
                <a:solidFill>
                  <a:schemeClr val="tx2"/>
                </a:solidFill>
                <a:ea typeface="+mn-lt"/>
                <a:cs typeface="+mn-lt"/>
              </a:rPr>
              <a:t>https://github.com/dhathri-252/FUTURE_DS_01</a:t>
            </a:r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21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7F77-6C91-7D13-6768-0BA32EE8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1122363"/>
            <a:ext cx="32004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12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Sales Performance Analytics</a:t>
            </a:r>
          </a:p>
          <a:p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A pie chart with text&#10;&#10;AI-generated content may be incorrect.">
            <a:extLst>
              <a:ext uri="{FF2B5EF4-FFF2-40B4-BE49-F238E27FC236}">
                <a16:creationId xmlns:a16="http://schemas.microsoft.com/office/drawing/2014/main" id="{57997663-D072-D514-395B-2BA7F7D0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464" y="384063"/>
            <a:ext cx="2272972" cy="1414925"/>
          </a:xfrm>
          <a:prstGeom prst="rect">
            <a:avLst/>
          </a:prstGeom>
        </p:spPr>
      </p:pic>
      <p:pic>
        <p:nvPicPr>
          <p:cNvPr id="5" name="Picture 4" descr="A graph of sales by category&#10;&#10;AI-generated content may be incorrect.">
            <a:extLst>
              <a:ext uri="{FF2B5EF4-FFF2-40B4-BE49-F238E27FC236}">
                <a16:creationId xmlns:a16="http://schemas.microsoft.com/office/drawing/2014/main" id="{B178769B-62F4-5997-07B9-1F7E22B7F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360" y="2648069"/>
            <a:ext cx="2189462" cy="1494307"/>
          </a:xfrm>
          <a:prstGeom prst="rect">
            <a:avLst/>
          </a:prstGeom>
        </p:spPr>
      </p:pic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6F0F3858-1EA6-638E-38FE-1DDE7EE9E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542511"/>
            <a:ext cx="3996972" cy="2298258"/>
          </a:xfrm>
          <a:prstGeom prst="rect">
            <a:avLst/>
          </a:prstGeom>
        </p:spPr>
      </p:pic>
      <p:pic>
        <p:nvPicPr>
          <p:cNvPr id="9" name="Picture 8" descr="A graph of sales and sales&#10;&#10;AI-generated content may be incorrect.">
            <a:extLst>
              <a:ext uri="{FF2B5EF4-FFF2-40B4-BE49-F238E27FC236}">
                <a16:creationId xmlns:a16="http://schemas.microsoft.com/office/drawing/2014/main" id="{C6BF225D-3360-5C6E-1A5D-909359C5C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6987" y="4934736"/>
            <a:ext cx="1693518" cy="154533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C034BB4-8B50-4484-85C4-0CE469928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2" y="0"/>
            <a:ext cx="0" cy="6858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B200F7-B57A-4824-BB91-B6624450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02062F-7F47-41E5-8574-2D1492D58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1" y="3429000"/>
            <a:ext cx="466344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92245C-961F-47D5-9691-272D28692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4568202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47F6025A-06E9-E576-4180-847193B86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879080" y="4017503"/>
            <a:ext cx="3996972" cy="21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0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121C5A-85A4-0CD3-A1DD-7744414B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AD19C-307A-A0AA-FE43-D3F97033F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endParaRPr lang="en-GB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528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   Title: Business Sales Performance Analytics</vt:lpstr>
      <vt:lpstr>SLIDE 2 Objective</vt:lpstr>
      <vt:lpstr>SLIDE 3  Dataset Information</vt:lpstr>
      <vt:lpstr>  SLIDE 4  Tools &amp; Technologies Used </vt:lpstr>
      <vt:lpstr>SLIDE 5 Data Cleaning Process</vt:lpstr>
      <vt:lpstr>SLIDE 6 Region-wise Sales Analysis</vt:lpstr>
      <vt:lpstr>SLIDE 7  Top Selling Products</vt:lpstr>
      <vt:lpstr>SLIDE 8  Monthly Revenue Trend</vt:lpstr>
      <vt:lpstr>SLIDE 9 Recommendations </vt:lpstr>
      <vt:lpstr>SLIDE 10 Conclusion</vt:lpstr>
      <vt:lpstr>SLIDE 11 GitHub Repository</vt:lpstr>
      <vt:lpstr>SLIDE 12 Business Sales Performance Analytics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156</cp:revision>
  <dcterms:created xsi:type="dcterms:W3CDTF">2026-05-13T09:19:26Z</dcterms:created>
  <dcterms:modified xsi:type="dcterms:W3CDTF">2026-05-14T09:18:13Z</dcterms:modified>
</cp:coreProperties>
</file>